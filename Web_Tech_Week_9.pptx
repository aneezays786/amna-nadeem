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Raleway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7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89867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417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0f4901baef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0f4901baef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95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c9e001e7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c9e001e7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1791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c9e001e7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2c9e001e7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9185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c9e001e7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c9e001e7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4804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e164847e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e164847e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3043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164847e3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e164847e3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4471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f4901baef_0_1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0f4901baef_0_1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&lt;!DOCTYPE html&gt;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&lt;html&gt;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&lt;head&gt;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&lt;title&gt;Bootstrap Form Example&lt;/title&gt;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&lt;!-- Bootstrap CSS --&gt;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&lt;link rel="stylesheet" href="https://maxcdn.bootstrapcdn.com/bootstrap/3.3.7/css/bootstrap.min.css"&gt;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&lt;/head&gt;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&lt;body&gt;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&lt;div class="container"&gt;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&lt;form&gt;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&lt;div class="form-group"&gt;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&lt;label for="name"&gt;Name:&lt;/label&gt;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&lt;input type="text" class="form-control" id="name" placeholder="Enter your name"&gt;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&lt;/div&gt;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&lt;div class="form-group"&gt;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&lt;label for="email"&gt;Email:&lt;/label&gt;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&lt;input type="email" class="form-control" id="email" placeholder="Enter your email"&gt;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&lt;/div&gt;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&lt;div class="form-group"&gt;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&lt;label for="message"&gt;Message:&lt;/label&gt;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	&lt;textarea class="form-control" id="message" placeholder="Enter your message"&gt;&lt;/textarea&gt;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&lt;/div&gt;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	&lt;button type="submit" class="btn btn-primary"&gt;Submit&lt;/button&gt;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	&lt;/form&gt;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&lt;/div&gt;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&lt;!-- Bootstrap JS --&gt;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&lt;script src="https://maxcdn.bootstrapcdn.com/bootstrap/3.3.7/js/bootstrap.min.js"&gt;&lt;/script&gt;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&lt;/body&gt;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&lt;/html&gt;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578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3_animations.as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w3schools.com/css/css3_transitions.as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Technologies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 dirty="0"/>
              <a:t>Week # 9: Responsive Web Page</a:t>
            </a:r>
            <a:endParaRPr sz="196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196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 smtClean="0"/>
              <a:t>Fall 2023</a:t>
            </a:r>
            <a:endParaRPr sz="1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Objective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Recap</a:t>
            </a:r>
            <a:endParaRPr sz="2000"/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Bootstrap usage</a:t>
            </a:r>
            <a:endParaRPr sz="2000"/>
          </a:p>
          <a:p>
            <a:pPr marL="457200" lvl="0" indent="-355600" algn="l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CSS More properties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Bootstrap 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Bootstrap is a free </a:t>
            </a:r>
            <a:r>
              <a:rPr lang="en" b="1">
                <a:solidFill>
                  <a:schemeClr val="dk1"/>
                </a:solidFill>
              </a:rPr>
              <a:t>front-end framework</a:t>
            </a:r>
            <a:r>
              <a:rPr lang="en"/>
              <a:t> for faster and easier web development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Bootstrap includes </a:t>
            </a:r>
            <a:r>
              <a:rPr lang="en" b="1">
                <a:solidFill>
                  <a:schemeClr val="dk1"/>
                </a:solidFill>
              </a:rPr>
              <a:t>HTML </a:t>
            </a:r>
            <a:r>
              <a:rPr lang="en"/>
              <a:t>and </a:t>
            </a:r>
            <a:r>
              <a:rPr lang="en" b="1">
                <a:solidFill>
                  <a:schemeClr val="dk1"/>
                </a:solidFill>
              </a:rPr>
              <a:t>CSS </a:t>
            </a:r>
            <a:r>
              <a:rPr lang="en"/>
              <a:t>based design templates for typography, forms, buttons, tables, navigation, modals, image carousels and many other, as well as optional </a:t>
            </a:r>
            <a:r>
              <a:rPr lang="en" b="1">
                <a:solidFill>
                  <a:schemeClr val="dk1"/>
                </a:solidFill>
              </a:rPr>
              <a:t>JavaScript </a:t>
            </a:r>
            <a:r>
              <a:rPr lang="en"/>
              <a:t>plugins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chemeClr val="dk1"/>
                </a:solidFill>
              </a:rPr>
              <a:t>Bootstrap </a:t>
            </a:r>
            <a:r>
              <a:rPr lang="en"/>
              <a:t>also gives you the ability to easily create </a:t>
            </a:r>
            <a:r>
              <a:rPr lang="en" b="1">
                <a:solidFill>
                  <a:schemeClr val="dk1"/>
                </a:solidFill>
              </a:rPr>
              <a:t>responsive </a:t>
            </a:r>
            <a:r>
              <a:rPr lang="en"/>
              <a:t>designs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access Bootstrap from: </a:t>
            </a:r>
            <a:r>
              <a:rPr lang="en" b="1"/>
              <a:t>https://getbootstrap.com/</a:t>
            </a:r>
            <a:endParaRPr b="1"/>
          </a:p>
          <a:p>
            <a:pPr marL="45720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t="15624" b="9865"/>
          <a:stretch/>
        </p:blipFill>
        <p:spPr>
          <a:xfrm>
            <a:off x="1471313" y="3129050"/>
            <a:ext cx="6201375" cy="21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- Grid Layout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670050"/>
            <a:ext cx="85725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Activity # 1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954" y="1068425"/>
            <a:ext cx="3880100" cy="37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Design (Activity # 2)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2 web pages using HTML CSS and Bootstrap.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should be linked together.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Page 1 should have: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header (covering complete width)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navigation (covering complete width)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 columns for content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footer (covering complete width)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Page 2 should have: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header (covering complete width)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navigation (covering complete width)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row with 80% + 20% containers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footer (covering complete width)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more CSS topics to practice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Here are some few more CSS topics to practice: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CSS Animations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CSS Animations (w3schools.com)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CSS Transition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CSS Transitions (w3schools.com)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CSS Transform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CSS Gradient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CSS Shadow 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today…!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On-screen Show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Raleway</vt:lpstr>
      <vt:lpstr>Arial</vt:lpstr>
      <vt:lpstr>Source Sans Pro</vt:lpstr>
      <vt:lpstr>Plum</vt:lpstr>
      <vt:lpstr>Web Technologies</vt:lpstr>
      <vt:lpstr>Today’s Objective</vt:lpstr>
      <vt:lpstr>Introduction to Bootstrap </vt:lpstr>
      <vt:lpstr>Bootstrap - Grid Layout</vt:lpstr>
      <vt:lpstr>Class Activity # 1</vt:lpstr>
      <vt:lpstr>Bootstrap Design (Activity # 2)</vt:lpstr>
      <vt:lpstr>Some more CSS topics to practice</vt:lpstr>
      <vt:lpstr>That’s all for today…!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</dc:title>
  <cp:lastModifiedBy>Microsoft account</cp:lastModifiedBy>
  <cp:revision>1</cp:revision>
  <dcterms:modified xsi:type="dcterms:W3CDTF">2023-10-23T02:57:19Z</dcterms:modified>
</cp:coreProperties>
</file>